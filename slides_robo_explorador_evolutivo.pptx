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FBE1B481-C8A4-260F-48A6-59767ADB45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94" t="13476" r="-944"/>
          <a:stretch>
            <a:fillRect/>
          </a:stretch>
        </p:blipFill>
        <p:spPr>
          <a:xfrm>
            <a:off x="3585328" y="3429000"/>
            <a:ext cx="5021038" cy="28366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Lázaro Vinaud Pereira</cp:lastModifiedBy>
  <cp:revision>2</cp:revision>
  <dcterms:created xsi:type="dcterms:W3CDTF">2013-01-27T09:14:16Z</dcterms:created>
  <dcterms:modified xsi:type="dcterms:W3CDTF">2026-06-09T01:35:58Z</dcterms:modified>
  <cp:category/>
</cp:coreProperties>
</file>